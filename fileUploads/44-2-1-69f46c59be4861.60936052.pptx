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83A"/>
    <a:srgbClr val="528EA5"/>
    <a:srgbClr val="003D58"/>
    <a:srgbClr val="004564"/>
    <a:srgbClr val="0057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6" d="100"/>
          <a:sy n="106" d="100"/>
        </p:scale>
        <p:origin x="678" y="-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7BA4B-AA78-4BC2-9CD3-A565C44A77F1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CBCE6-C539-4F2E-BAE6-4238757741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1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E7B529-50BF-484A-A593-43BF67FB75A3}" type="datetime1">
              <a:rPr lang="en-GB" smtClean="0"/>
              <a:t>09/01/2024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57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CE0E51B-26E4-41EB-A620-0E1E97C27A0B}" type="datetime1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0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27062C-5D0E-4053-A832-AF2B9A05F466}" type="datetime1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01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413DB1-4456-4DFA-9222-B412623BDC54}" type="datetime1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677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3F7D1D-9A46-41B6-8246-8075A3DA8689}" type="datetime1">
              <a:rPr lang="en-GB" smtClean="0"/>
              <a:t>09/01/2024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135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AD5AFCC-2E55-403A-836C-0C3388E1AA86}" type="datetime1">
              <a:rPr lang="en-GB" smtClean="0"/>
              <a:t>09/01/2024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70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A4FDA6-642A-4C2D-A3C0-E5B400FF1F6F}" type="datetime1">
              <a:rPr lang="en-GB" smtClean="0"/>
              <a:t>09/01/2024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97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C2DFD6-27AD-4F9A-93BC-E110A5F5128B}" type="datetime1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669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69D4EE-9014-49F4-9A42-17B4239037AB}" type="datetime1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64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2E5F83-5DB4-4C7E-A66C-E258B7FE0329}" type="datetime1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45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55B8C1-C23B-45BD-9407-1B4453B54DB4}" type="datetime1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141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325F12-E07E-4800-BB70-9356D6FB3045}" type="datetime1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8321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EAE6C-23AA-4679-82A6-38C3DFF66408}" type="datetime1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351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45487B-C085-45D9-8860-7A0A395C732D}" type="datetime1">
              <a:rPr lang="en-GB" smtClean="0"/>
              <a:t>09/01/2024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76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CDDB40-1DBB-4D8A-92F1-D51BC09DE3DA}" type="datetime1">
              <a:rPr lang="en-GB" smtClean="0"/>
              <a:t>09/01/2024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769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E72776-4EBB-4627-8B1E-1DB54B8F70C1}" type="datetime1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468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20772E-58BA-4295-9DAB-57F8D8AF81C7}" type="datetime1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FC4916-2787-42AF-97BC-C9440DED1B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59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4000">
              <a:srgbClr val="00577E"/>
            </a:gs>
            <a:gs pos="83000">
              <a:srgbClr val="004564"/>
            </a:gs>
            <a:gs pos="0">
              <a:srgbClr val="A1C2CB"/>
            </a:gs>
            <a:gs pos="100000">
              <a:srgbClr val="00283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CSR by Kimberly Parascandalo </a:t>
            </a:r>
          </a:p>
        </p:txBody>
      </p:sp>
    </p:spTree>
    <p:extLst>
      <p:ext uri="{BB962C8B-B14F-4D97-AF65-F5344CB8AC3E}">
        <p14:creationId xmlns:p14="http://schemas.microsoft.com/office/powerpoint/2010/main" val="34354598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solidFill>
            <a:srgbClr val="003D58"/>
          </a:solidFill>
          <a:latin typeface="Amasis MT Pro Black" panose="02040A040500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564"/>
          </a:solidFill>
          <a:latin typeface="Amasis MT Pro" panose="020F050202020403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2CBE56-0008-C58E-4B9C-71712AFD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9939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003D58"/>
                </a:solidFill>
              </a:rPr>
              <a:t>Community Work Reflections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07174-9D70-B0B9-F2D9-7A9910EB8F74}"/>
              </a:ext>
            </a:extLst>
          </p:cNvPr>
          <p:cNvSpPr txBox="1"/>
          <p:nvPr/>
        </p:nvSpPr>
        <p:spPr>
          <a:xfrm>
            <a:off x="3405352" y="3333929"/>
            <a:ext cx="53812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Amasis MT Pro" panose="02040504050005020304" pitchFamily="18" charset="0"/>
              </a:rPr>
              <a:t>Task 3</a:t>
            </a:r>
          </a:p>
          <a:p>
            <a:pPr algn="ctr"/>
            <a:r>
              <a:rPr lang="en-GB" sz="3600" dirty="0">
                <a:latin typeface="Amasis MT Pro" panose="02040504050005020304" pitchFamily="18" charset="0"/>
              </a:rPr>
              <a:t>by</a:t>
            </a:r>
          </a:p>
          <a:p>
            <a:pPr algn="ctr"/>
            <a:r>
              <a:rPr lang="en-GB" sz="3600" dirty="0">
                <a:latin typeface="Amasis MT Pro" panose="02040504050005020304" pitchFamily="18" charset="0"/>
              </a:rPr>
              <a:t>Kimberly Parascandalo</a:t>
            </a:r>
          </a:p>
        </p:txBody>
      </p:sp>
    </p:spTree>
    <p:extLst>
      <p:ext uri="{BB962C8B-B14F-4D97-AF65-F5344CB8AC3E}">
        <p14:creationId xmlns:p14="http://schemas.microsoft.com/office/powerpoint/2010/main" val="108436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6336-04B3-91D0-DCC1-8D1D78BF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198" y="2103437"/>
            <a:ext cx="7004124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Student Registration 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4B2C96-2879-5943-C299-B21722E60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147"/>
          <a:stretch/>
        </p:blipFill>
        <p:spPr>
          <a:xfrm>
            <a:off x="359018" y="527125"/>
            <a:ext cx="4696180" cy="582922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ngle"/>
            <a:contourClr>
              <a:srgbClr val="FFFFFF"/>
            </a:contourClr>
          </a:sp3d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355CD5-1DF9-7120-6C76-0DA0B2F5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</p:spTree>
    <p:extLst>
      <p:ext uri="{BB962C8B-B14F-4D97-AF65-F5344CB8AC3E}">
        <p14:creationId xmlns:p14="http://schemas.microsoft.com/office/powerpoint/2010/main" val="175740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0EF94-CE02-19A2-D70C-29ED5D2D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41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Approval for the Community Work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E5710-6C56-FD53-7EA0-CAA4FFD26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9780" y="1461105"/>
            <a:ext cx="8072441" cy="494796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CB832-4E13-D0A4-5A60-48D1B1E6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</p:spTree>
    <p:extLst>
      <p:ext uri="{BB962C8B-B14F-4D97-AF65-F5344CB8AC3E}">
        <p14:creationId xmlns:p14="http://schemas.microsoft.com/office/powerpoint/2010/main" val="375226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3BF2C-C737-661A-A7DB-C4F721F3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35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Confirmation from CSR Department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1EC5AF-91E2-9F66-2816-F8881A57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0589" y="1502978"/>
            <a:ext cx="7870823" cy="485337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42141-48BB-0CF9-2F5E-497891B39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</p:spTree>
    <p:extLst>
      <p:ext uri="{BB962C8B-B14F-4D97-AF65-F5344CB8AC3E}">
        <p14:creationId xmlns:p14="http://schemas.microsoft.com/office/powerpoint/2010/main" val="399602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D61B-8E36-F269-3BAD-F23A4EA10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993" y="136525"/>
            <a:ext cx="11698014" cy="1734207"/>
          </a:xfrm>
        </p:spPr>
        <p:txBody>
          <a:bodyPr>
            <a:normAutofit/>
          </a:bodyPr>
          <a:lstStyle/>
          <a:p>
            <a:r>
              <a:rPr lang="en-GB" dirty="0"/>
              <a:t>Malta Association of Occupational Therapists (MAOT)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5906A-485E-A1D8-CFC2-B95ED9AD3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239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I chose this Social Cause since they are doing a huge difference for patients who –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</a:rPr>
              <a:t>Had accidents or brain injury.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</a:rPr>
              <a:t>Patients who have disability.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</a:rPr>
              <a:t>Dementia.  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FBCC7-4797-C67C-D97B-3468D25E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B0ACC6-BDA9-AA36-0F84-B0FBCC424B2D}"/>
              </a:ext>
            </a:extLst>
          </p:cNvPr>
          <p:cNvSpPr txBox="1"/>
          <p:nvPr/>
        </p:nvSpPr>
        <p:spPr>
          <a:xfrm>
            <a:off x="5640404" y="295976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5C662-94AF-FE01-0888-123304D296CD}"/>
              </a:ext>
            </a:extLst>
          </p:cNvPr>
          <p:cNvSpPr txBox="1"/>
          <p:nvPr/>
        </p:nvSpPr>
        <p:spPr>
          <a:xfrm>
            <a:off x="1119999" y="4286581"/>
            <a:ext cx="9843175" cy="1900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asis MT Pro" panose="020F0502020204030204" pitchFamily="18" charset="0"/>
                <a:ea typeface="+mn-ea"/>
                <a:cs typeface="+mn-cs"/>
              </a:rPr>
              <a:t>MAOT is entirely voluntary work by occupational therapists and their job is –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asis MT Pro" panose="020F0502020204030204" pitchFamily="18" charset="0"/>
                <a:ea typeface="+mn-ea"/>
                <a:cs typeface="+mn-cs"/>
              </a:rPr>
              <a:t>To keep the members up to date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asis MT Pro" panose="020F0502020204030204" pitchFamily="18" charset="0"/>
                <a:ea typeface="+mn-ea"/>
                <a:cs typeface="+mn-cs"/>
              </a:rPr>
              <a:t>Current trends and issues </a:t>
            </a:r>
          </a:p>
        </p:txBody>
      </p:sp>
    </p:spTree>
    <p:extLst>
      <p:ext uri="{BB962C8B-B14F-4D97-AF65-F5344CB8AC3E}">
        <p14:creationId xmlns:p14="http://schemas.microsoft.com/office/powerpoint/2010/main" val="108740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06F3-80C7-84D2-8F83-2C1315DE0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Certificate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6A9965-EA8A-206F-A3CA-703B1F4FB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B560D4-0018-C67E-0372-C88AA6E932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582"/>
          <a:stretch/>
        </p:blipFill>
        <p:spPr>
          <a:xfrm>
            <a:off x="489518" y="4166951"/>
            <a:ext cx="2238156" cy="22945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DD2E5F-EF46-357C-C20B-C8855D1D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18" y="1040080"/>
            <a:ext cx="2813085" cy="30127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121545-101D-C031-1E0E-8D1DEBE19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033" y="1040080"/>
            <a:ext cx="3585507" cy="30127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AAFA3E-0CD4-0976-FBB1-F2F32E81F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970" y="1040080"/>
            <a:ext cx="4171512" cy="30217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E4F243-2D7B-422A-BC68-0B43D8A986AB}"/>
              </a:ext>
            </a:extLst>
          </p:cNvPr>
          <p:cNvSpPr txBox="1"/>
          <p:nvPr/>
        </p:nvSpPr>
        <p:spPr>
          <a:xfrm>
            <a:off x="3426372" y="4614041"/>
            <a:ext cx="76410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masis MT Pro" panose="020F0502020204030204" pitchFamily="18" charset="0"/>
              </a:rPr>
              <a:t>These are some of the sketches which I designed and done their logo in vector.    </a:t>
            </a:r>
          </a:p>
        </p:txBody>
      </p:sp>
    </p:spTree>
    <p:extLst>
      <p:ext uri="{BB962C8B-B14F-4D97-AF65-F5344CB8AC3E}">
        <p14:creationId xmlns:p14="http://schemas.microsoft.com/office/powerpoint/2010/main" val="2084647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DA99-C4D4-03EA-2321-D2A1742F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Certificate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0DDF2-B410-2044-3C1E-F936F2EE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6C45F9-EF31-59AE-D8FB-45DD2F249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614" y="1498165"/>
            <a:ext cx="6682786" cy="48581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70FBC5-34AF-139C-1CA9-FF5BB658CB7D}"/>
              </a:ext>
            </a:extLst>
          </p:cNvPr>
          <p:cNvSpPr txBox="1"/>
          <p:nvPr/>
        </p:nvSpPr>
        <p:spPr>
          <a:xfrm>
            <a:off x="8334705" y="3234759"/>
            <a:ext cx="3678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masis MT Pro" panose="020F0502020204030204" pitchFamily="18" charset="0"/>
              </a:rPr>
              <a:t>This is the final certificate ready for printing. </a:t>
            </a:r>
          </a:p>
        </p:txBody>
      </p:sp>
    </p:spTree>
    <p:extLst>
      <p:ext uri="{BB962C8B-B14F-4D97-AF65-F5344CB8AC3E}">
        <p14:creationId xmlns:p14="http://schemas.microsoft.com/office/powerpoint/2010/main" val="382981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0040-2B9E-CA4A-3262-01FB3C7C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Community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4EE44-A8EE-76F3-A64B-E2EE5EF39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100" y="1405212"/>
            <a:ext cx="10233800" cy="153049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283A"/>
                </a:solidFill>
              </a:rPr>
              <a:t>Volunteer work helps you to make new contacts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Friends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Career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F0E78-0713-1F10-EF90-9870C8FF7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C442C-43CE-AD46-4362-9BD0A90B2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13" y="4490252"/>
            <a:ext cx="3152438" cy="1866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1B17C1-BB21-36E9-C5A6-01AF83FA3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689" y="3151468"/>
            <a:ext cx="5735052" cy="32048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CBAD99-0552-429B-6819-D66BD7154E4F}"/>
              </a:ext>
            </a:extLst>
          </p:cNvPr>
          <p:cNvSpPr txBox="1"/>
          <p:nvPr/>
        </p:nvSpPr>
        <p:spPr>
          <a:xfrm>
            <a:off x="846057" y="2684236"/>
            <a:ext cx="8519324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0283A"/>
                </a:solidFill>
                <a:effectLst/>
                <a:uLnTx/>
                <a:uFillTx/>
                <a:latin typeface="Amasis MT Pro" panose="020F0502020204030204" pitchFamily="18" charset="0"/>
                <a:ea typeface="+mn-ea"/>
                <a:cs typeface="+mn-cs"/>
              </a:rPr>
              <a:t>Volunteering is beneficial for the body and mind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Increase self- confidence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Combats mental health issues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Stay physically healthy </a:t>
            </a:r>
          </a:p>
        </p:txBody>
      </p:sp>
    </p:spTree>
    <p:extLst>
      <p:ext uri="{BB962C8B-B14F-4D97-AF65-F5344CB8AC3E}">
        <p14:creationId xmlns:p14="http://schemas.microsoft.com/office/powerpoint/2010/main" val="264929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F4E5-F48C-C8B1-173B-FC2177006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Experience Gained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614F-CBD7-F899-0003-DFA6F41E3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803" y="1690688"/>
            <a:ext cx="6987950" cy="28269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283A"/>
                </a:solidFill>
              </a:rPr>
              <a:t>I learned how to  explain myself better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latin typeface="Corbel" panose="020B0503020204020204"/>
              </a:rPr>
              <a:t>By communicating in more depth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latin typeface="Corbel" panose="020B0503020204020204"/>
              </a:rPr>
              <a:t>Ask more questions to confirm that I understood well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latin typeface="Corbel" panose="020B0503020204020204"/>
              </a:rPr>
              <a:t>Sending visuals to help client understand better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endParaRPr lang="en-GB" sz="2800" dirty="0">
              <a:gradFill>
                <a:gsLst>
                  <a:gs pos="34000">
                    <a:prstClr val="white">
                      <a:lumMod val="93000"/>
                    </a:prstClr>
                  </a:gs>
                  <a:gs pos="0">
                    <a:prstClr val="black">
                      <a:lumMod val="25000"/>
                      <a:lumOff val="75000"/>
                    </a:prstClr>
                  </a:gs>
                  <a:gs pos="100000">
                    <a:srgbClr val="E3DED1">
                      <a:lumMod val="0"/>
                      <a:lumOff val="100000"/>
                    </a:srgbClr>
                  </a:gs>
                </a:gsLst>
                <a:lin ang="4800000" scaled="0"/>
              </a:gradFill>
              <a:latin typeface="Corbel" panose="020B0503020204020204"/>
            </a:endParaRPr>
          </a:p>
          <a:p>
            <a:pPr marL="0" indent="0">
              <a:buNone/>
            </a:pPr>
            <a:endParaRPr lang="en-GB" dirty="0"/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31302-23C5-8865-DE63-D9EDBD01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29173-EF14-22AC-23A4-0BF345ADF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020" y="3206511"/>
            <a:ext cx="3847177" cy="2992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1573B4-7D48-F404-CC55-1567276DCB83}"/>
              </a:ext>
            </a:extLst>
          </p:cNvPr>
          <p:cNvSpPr txBox="1"/>
          <p:nvPr/>
        </p:nvSpPr>
        <p:spPr>
          <a:xfrm>
            <a:off x="703803" y="4800430"/>
            <a:ext cx="6002448" cy="1273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0283A"/>
                </a:solidFill>
                <a:effectLst/>
                <a:uLnTx/>
                <a:uFillTx/>
                <a:latin typeface="Amasis MT Pro" panose="020F0502020204030204" pitchFamily="18" charset="0"/>
                <a:ea typeface="+mn-ea"/>
                <a:cs typeface="+mn-cs"/>
              </a:rPr>
              <a:t>I learned to listen more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The clients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Different ideas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206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15F6-AF74-CBE6-55FC-8BAC5B1BD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Procedures and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1D19A-8B69-DEAA-D3DB-6D34980ED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3280529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I done this community work online, as the job that I had to do was digital therefore it was easier to work at home with the software needed.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This made it a bit difficult for me to observe the procedures and structures of the NGO.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I noticed that –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</a:rPr>
              <a:t>Webinars and Seminars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A4557-6312-0F55-2BDC-8DDE55F4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7F67A-71C6-08B5-256F-6EF9EA7D3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538" y="3958869"/>
            <a:ext cx="2501462" cy="2218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C7767E-6F70-159F-470B-8926B2E04E81}"/>
              </a:ext>
            </a:extLst>
          </p:cNvPr>
          <p:cNvSpPr txBox="1"/>
          <p:nvPr/>
        </p:nvSpPr>
        <p:spPr>
          <a:xfrm>
            <a:off x="1120000" y="5450186"/>
            <a:ext cx="6068451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asis MT Pro" panose="020F0502020204030204" pitchFamily="18" charset="0"/>
                <a:ea typeface="+mn-ea"/>
                <a:cs typeface="+mn-cs"/>
              </a:rPr>
              <a:t>Information on social media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4564"/>
              </a:solidFill>
              <a:effectLst/>
              <a:uLnTx/>
              <a:uFillTx/>
              <a:latin typeface="Amasis MT Pro" panose="020F05020202040302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26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A5A7-258F-A398-A65D-F62F1718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D124-8780-0BB0-1370-79E1E7399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120728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283A"/>
                </a:solidFill>
              </a:rPr>
              <a:t>Updating the website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Events 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07DFF-0A61-2CF5-7479-CD63C9B3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264F0-8BE9-3D8B-C4CD-91136057F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746" y="1870075"/>
            <a:ext cx="6289967" cy="3773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66FC85-58E2-D290-6DE0-6DA84DD4F3CA}"/>
              </a:ext>
            </a:extLst>
          </p:cNvPr>
          <p:cNvSpPr txBox="1"/>
          <p:nvPr/>
        </p:nvSpPr>
        <p:spPr>
          <a:xfrm>
            <a:off x="1120000" y="3494638"/>
            <a:ext cx="3929204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0283A"/>
                </a:solidFill>
                <a:effectLst/>
                <a:uLnTx/>
                <a:uFillTx/>
                <a:latin typeface="Amasis MT Pro" panose="020F0502020204030204" pitchFamily="18" charset="0"/>
                <a:ea typeface="+mn-ea"/>
                <a:cs typeface="+mn-cs"/>
              </a:rPr>
              <a:t>Last  minute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To communicate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To ask for something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Notifications </a:t>
            </a:r>
          </a:p>
        </p:txBody>
      </p:sp>
    </p:spTree>
    <p:extLst>
      <p:ext uri="{BB962C8B-B14F-4D97-AF65-F5344CB8AC3E}">
        <p14:creationId xmlns:p14="http://schemas.microsoft.com/office/powerpoint/2010/main" val="382899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C5DF-F9C1-E7B7-EEAF-6735EBC2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Successful with my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D0DD3-4F00-DF80-0605-9164BF1C6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363" y="2470615"/>
            <a:ext cx="6830086" cy="958385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283A"/>
                </a:solidFill>
              </a:rPr>
              <a:t>I believe that my project is a success –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</a:rPr>
              <a:t>I worked in a professional way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8D621-4859-F21F-DA40-6143B19F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57273-820C-5D32-55F4-C8F368FA9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0" y="2015783"/>
            <a:ext cx="5118538" cy="3838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101E1F-36D8-F749-3733-FD93D6F83B6B}"/>
              </a:ext>
            </a:extLst>
          </p:cNvPr>
          <p:cNvSpPr txBox="1"/>
          <p:nvPr/>
        </p:nvSpPr>
        <p:spPr>
          <a:xfrm>
            <a:off x="737363" y="3796178"/>
            <a:ext cx="503317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Listened to the client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0978E0-6F79-9837-2739-8529EB498D14}"/>
              </a:ext>
            </a:extLst>
          </p:cNvPr>
          <p:cNvSpPr txBox="1"/>
          <p:nvPr/>
        </p:nvSpPr>
        <p:spPr>
          <a:xfrm>
            <a:off x="737363" y="4588088"/>
            <a:ext cx="455820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Delivered on time </a:t>
            </a:r>
          </a:p>
        </p:txBody>
      </p:sp>
    </p:spTree>
    <p:extLst>
      <p:ext uri="{BB962C8B-B14F-4D97-AF65-F5344CB8AC3E}">
        <p14:creationId xmlns:p14="http://schemas.microsoft.com/office/powerpoint/2010/main" val="423660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89A9-2654-3544-369C-FCB884D6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Improve my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C992A-F142-D7DC-6015-4CAFC9E25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65" y="1847850"/>
            <a:ext cx="5942952" cy="1325563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283A"/>
                </a:solidFill>
              </a:rPr>
              <a:t>I think that my project can improve –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</a:rPr>
              <a:t>Communicating with video calls not just e-mails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61555-D4C4-CF35-B34F-6334343D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52B850-E966-7BC3-C960-875D7E64D1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05" r="13565"/>
          <a:stretch/>
        </p:blipFill>
        <p:spPr>
          <a:xfrm>
            <a:off x="6621517" y="1971904"/>
            <a:ext cx="5133656" cy="38806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1758F4-FBC0-E6A8-B38E-D099BE97E3A9}"/>
              </a:ext>
            </a:extLst>
          </p:cNvPr>
          <p:cNvSpPr txBox="1"/>
          <p:nvPr/>
        </p:nvSpPr>
        <p:spPr>
          <a:xfrm>
            <a:off x="678565" y="3485134"/>
            <a:ext cx="561362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Getting feedback from audience not just from the client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AA684-054B-C0FE-DFDA-609396A33538}"/>
              </a:ext>
            </a:extLst>
          </p:cNvPr>
          <p:cNvSpPr txBox="1"/>
          <p:nvPr/>
        </p:nvSpPr>
        <p:spPr>
          <a:xfrm>
            <a:off x="678565" y="4552515"/>
            <a:ext cx="49264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Gain more experience </a:t>
            </a:r>
          </a:p>
        </p:txBody>
      </p:sp>
    </p:spTree>
    <p:extLst>
      <p:ext uri="{BB962C8B-B14F-4D97-AF65-F5344CB8AC3E}">
        <p14:creationId xmlns:p14="http://schemas.microsoft.com/office/powerpoint/2010/main" val="107541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B606-915B-A20D-2675-D5BBA98E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A3A8A-BE97-C35C-E9C0-9F4964025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1" y="1825625"/>
            <a:ext cx="4976000" cy="177631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283A"/>
                </a:solidFill>
              </a:rPr>
              <a:t>I think that the impact of my project –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</a:rPr>
              <a:t>Helped the MAOT with designing the certificate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4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</a:gradFill>
              <a:latin typeface="+mn-lt"/>
            </a:endParaRPr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D0E810-5DFD-EE49-C89F-89B522353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CD287-3CF5-D0D7-885A-E021CB2A7C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31"/>
          <a:stretch/>
        </p:blipFill>
        <p:spPr>
          <a:xfrm>
            <a:off x="6022428" y="2035831"/>
            <a:ext cx="5563421" cy="3506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71D39F-0D52-1373-B911-96174303B161}"/>
              </a:ext>
            </a:extLst>
          </p:cNvPr>
          <p:cNvSpPr txBox="1"/>
          <p:nvPr/>
        </p:nvSpPr>
        <p:spPr>
          <a:xfrm>
            <a:off x="1116025" y="3789145"/>
            <a:ext cx="477873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OT’s were more encouraged to attend the webinars as they were receiving a certificate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91C0E-559C-5A60-CFB0-41D3A15B1F66}"/>
              </a:ext>
            </a:extLst>
          </p:cNvPr>
          <p:cNvSpPr txBox="1"/>
          <p:nvPr/>
        </p:nvSpPr>
        <p:spPr>
          <a:xfrm>
            <a:off x="1116025" y="5238947"/>
            <a:ext cx="449248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E3DED1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Boost my career and self- confidence </a:t>
            </a:r>
          </a:p>
        </p:txBody>
      </p:sp>
    </p:spTree>
    <p:extLst>
      <p:ext uri="{BB962C8B-B14F-4D97-AF65-F5344CB8AC3E}">
        <p14:creationId xmlns:p14="http://schemas.microsoft.com/office/powerpoint/2010/main" val="213379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AC31-85A5-F394-0D10-F8C38A0C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Intrapersonal Skills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F062E-B229-D7A3-C315-95BB22E24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4387421" cy="16033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283A"/>
                </a:solidFill>
              </a:rPr>
              <a:t>Self- efficacy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Believing in myself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Believing in my abilities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59AD5-7275-74B7-19A9-9522DF79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6D18D0-9006-D1C0-F918-D5D54921103A}"/>
              </a:ext>
            </a:extLst>
          </p:cNvPr>
          <p:cNvSpPr txBox="1">
            <a:spLocks/>
          </p:cNvSpPr>
          <p:nvPr/>
        </p:nvSpPr>
        <p:spPr>
          <a:xfrm>
            <a:off x="1119999" y="3954900"/>
            <a:ext cx="4387421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4564"/>
                </a:solidFill>
                <a:latin typeface="Amasis MT Pro" panose="020F0502020204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283A"/>
                </a:solidFill>
              </a:rPr>
              <a:t>Perseverance</a:t>
            </a:r>
            <a:r>
              <a:rPr lang="en-GB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Never give up even if it is hard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Keep working till the end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3FE4B1-18E0-02C7-E67D-9442E3876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051" y="1500192"/>
            <a:ext cx="4544687" cy="2086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54BE84-A75C-3EFC-F555-F559D226C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582" y="3883850"/>
            <a:ext cx="3651309" cy="208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3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92DF-8861-C4C3-8CB9-D0B10DDB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Interpersonal Skills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CB986-B383-4BF2-F5A7-BBD88B04A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448" y="1731032"/>
            <a:ext cx="4208745" cy="160337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283A"/>
                </a:solidFill>
              </a:rPr>
              <a:t>Empathy</a:t>
            </a:r>
            <a:r>
              <a:rPr lang="en-GB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to understand others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to listen others perspective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7ABC4F-551E-F987-D017-EF4B2A86E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CSR by Kimberly Parascandalo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665424-468D-05E8-4E01-B7FAA28885B5}"/>
              </a:ext>
            </a:extLst>
          </p:cNvPr>
          <p:cNvSpPr txBox="1">
            <a:spLocks/>
          </p:cNvSpPr>
          <p:nvPr/>
        </p:nvSpPr>
        <p:spPr>
          <a:xfrm>
            <a:off x="1067447" y="3910943"/>
            <a:ext cx="4208745" cy="1603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4564"/>
                </a:solidFill>
                <a:latin typeface="Amasis MT Pro" panose="020F0502020204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283A"/>
                </a:solidFill>
              </a:rPr>
              <a:t>Patience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to be patient with last minute changes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I tried to explain certain things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C00EC7-037E-4F9B-EA68-D9E445B6F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718" y="1568279"/>
            <a:ext cx="4403834" cy="19288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9B2BB5-1012-1C79-0AFD-EB027BB9E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693" y="3731146"/>
            <a:ext cx="3266080" cy="217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2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theme/theme1.xml><?xml version="1.0" encoding="utf-8"?>
<a:theme xmlns:a="http://schemas.openxmlformats.org/drawingml/2006/main" name="Depth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926</TotalTime>
  <Words>460</Words>
  <Application>Microsoft Office PowerPoint</Application>
  <PresentationFormat>Widescreen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Amasis MT Pro</vt:lpstr>
      <vt:lpstr>Amasis MT Pro Black</vt:lpstr>
      <vt:lpstr>Arial</vt:lpstr>
      <vt:lpstr>Calibri</vt:lpstr>
      <vt:lpstr>Corbel</vt:lpstr>
      <vt:lpstr>Wingdings</vt:lpstr>
      <vt:lpstr>Depth</vt:lpstr>
      <vt:lpstr>Community Work Reflections</vt:lpstr>
      <vt:lpstr>Student Registration Form</vt:lpstr>
      <vt:lpstr>Approval for the Community Work </vt:lpstr>
      <vt:lpstr>Confirmation from CSR Department </vt:lpstr>
      <vt:lpstr>Malta Association of Occupational Therapists (MAOT)</vt:lpstr>
      <vt:lpstr>Certificate </vt:lpstr>
      <vt:lpstr>Final Certificate</vt:lpstr>
      <vt:lpstr>Benefits of Community Work </vt:lpstr>
      <vt:lpstr>Experience Gained </vt:lpstr>
      <vt:lpstr>Procedures and Structures</vt:lpstr>
      <vt:lpstr>Improvements </vt:lpstr>
      <vt:lpstr>Successful with my Project </vt:lpstr>
      <vt:lpstr>Improve my Project </vt:lpstr>
      <vt:lpstr>Impact</vt:lpstr>
      <vt:lpstr>Intrapersonal Skills </vt:lpstr>
      <vt:lpstr>Interpersonal Skills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Work Reflections</dc:title>
  <dc:creator>Kimberly Parascandalo</dc:creator>
  <cp:lastModifiedBy>Kimberly Parascandalo</cp:lastModifiedBy>
  <cp:revision>9</cp:revision>
  <dcterms:created xsi:type="dcterms:W3CDTF">2023-12-21T16:52:31Z</dcterms:created>
  <dcterms:modified xsi:type="dcterms:W3CDTF">2024-01-09T13:15:17Z</dcterms:modified>
</cp:coreProperties>
</file>